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9456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02D997-B65E-4788-BB8B-F5C905CDCDF9}" v="13" dt="2026-06-09T19:04:51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6" autoAdjust="0"/>
  </p:normalViewPr>
  <p:slideViewPr>
    <p:cSldViewPr snapToGrid="0">
      <p:cViewPr>
        <p:scale>
          <a:sx n="18" d="100"/>
          <a:sy n="18" d="100"/>
        </p:scale>
        <p:origin x="2616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 A Naidu Babbadi" userId="329f029f-c46a-437f-baae-cabe203b609b" providerId="ADAL" clId="{77273BEE-8910-4D09-B519-4F245F955147}"/>
    <pc:docChg chg="custSel modSld">
      <pc:chgData name="Venkata A Naidu Babbadi" userId="329f029f-c46a-437f-baae-cabe203b609b" providerId="ADAL" clId="{77273BEE-8910-4D09-B519-4F245F955147}" dt="2026-06-09T19:10:18.137" v="250" actId="403"/>
      <pc:docMkLst>
        <pc:docMk/>
      </pc:docMkLst>
      <pc:sldChg chg="addSp delSp modSp mod">
        <pc:chgData name="Venkata A Naidu Babbadi" userId="329f029f-c46a-437f-baae-cabe203b609b" providerId="ADAL" clId="{77273BEE-8910-4D09-B519-4F245F955147}" dt="2026-06-09T19:10:18.137" v="250" actId="403"/>
        <pc:sldMkLst>
          <pc:docMk/>
          <pc:sldMk cId="35347054" sldId="256"/>
        </pc:sldMkLst>
        <pc:spChg chg="add del mod">
          <ac:chgData name="Venkata A Naidu Babbadi" userId="329f029f-c46a-437f-baae-cabe203b609b" providerId="ADAL" clId="{77273BEE-8910-4D09-B519-4F245F955147}" dt="2026-06-09T19:04:19.394" v="61" actId="478"/>
          <ac:spMkLst>
            <pc:docMk/>
            <pc:sldMk cId="35347054" sldId="256"/>
            <ac:spMk id="2" creationId="{5E6E8BF1-FE8A-B441-DF8E-86732566C0DC}"/>
          </ac:spMkLst>
        </pc:spChg>
        <pc:spChg chg="add mod">
          <ac:chgData name="Venkata A Naidu Babbadi" userId="329f029f-c46a-437f-baae-cabe203b609b" providerId="ADAL" clId="{77273BEE-8910-4D09-B519-4F245F955147}" dt="2026-06-09T19:06:25.939" v="142" actId="403"/>
          <ac:spMkLst>
            <pc:docMk/>
            <pc:sldMk cId="35347054" sldId="256"/>
            <ac:spMk id="4" creationId="{E8101894-9E04-221E-8BD9-D0A919C54E90}"/>
          </ac:spMkLst>
        </pc:spChg>
        <pc:spChg chg="add mod">
          <ac:chgData name="Venkata A Naidu Babbadi" userId="329f029f-c46a-437f-baae-cabe203b609b" providerId="ADAL" clId="{77273BEE-8910-4D09-B519-4F245F955147}" dt="2026-06-09T19:09:03.567" v="211" actId="1076"/>
          <ac:spMkLst>
            <pc:docMk/>
            <pc:sldMk cId="35347054" sldId="256"/>
            <ac:spMk id="5" creationId="{964C8BF0-4846-3DD9-E35C-9553C0FF316A}"/>
          </ac:spMkLst>
        </pc:spChg>
        <pc:spChg chg="mod">
          <ac:chgData name="Venkata A Naidu Babbadi" userId="329f029f-c46a-437f-baae-cabe203b609b" providerId="ADAL" clId="{77273BEE-8910-4D09-B519-4F245F955147}" dt="2026-06-09T19:03:40.473" v="53" actId="14100"/>
          <ac:spMkLst>
            <pc:docMk/>
            <pc:sldMk cId="35347054" sldId="256"/>
            <ac:spMk id="6" creationId="{D3C95DF7-D2E0-CE8E-14C6-3A7357850865}"/>
          </ac:spMkLst>
        </pc:spChg>
        <pc:spChg chg="add mod">
          <ac:chgData name="Venkata A Naidu Babbadi" userId="329f029f-c46a-437f-baae-cabe203b609b" providerId="ADAL" clId="{77273BEE-8910-4D09-B519-4F245F955147}" dt="2026-06-09T19:09:57.608" v="241" actId="14100"/>
          <ac:spMkLst>
            <pc:docMk/>
            <pc:sldMk cId="35347054" sldId="256"/>
            <ac:spMk id="7" creationId="{D1E91DAF-7E58-8FB1-503A-8A66CA7A866C}"/>
          </ac:spMkLst>
        </pc:spChg>
        <pc:spChg chg="add mod">
          <ac:chgData name="Venkata A Naidu Babbadi" userId="329f029f-c46a-437f-baae-cabe203b609b" providerId="ADAL" clId="{77273BEE-8910-4D09-B519-4F245F955147}" dt="2026-06-09T19:09:09.521" v="213" actId="1076"/>
          <ac:spMkLst>
            <pc:docMk/>
            <pc:sldMk cId="35347054" sldId="256"/>
            <ac:spMk id="8" creationId="{FFA15142-5A3D-75A5-E1F4-AEF32795C97A}"/>
          </ac:spMkLst>
        </pc:spChg>
        <pc:spChg chg="mod">
          <ac:chgData name="Venkata A Naidu Babbadi" userId="329f029f-c46a-437f-baae-cabe203b609b" providerId="ADAL" clId="{77273BEE-8910-4D09-B519-4F245F955147}" dt="2026-06-09T19:10:18.137" v="250" actId="403"/>
          <ac:spMkLst>
            <pc:docMk/>
            <pc:sldMk cId="35347054" sldId="256"/>
            <ac:spMk id="9" creationId="{5A0102B4-DD09-5F7C-E267-1DC0A346412C}"/>
          </ac:spMkLst>
        </pc:spChg>
        <pc:spChg chg="del mod">
          <ac:chgData name="Venkata A Naidu Babbadi" userId="329f029f-c46a-437f-baae-cabe203b609b" providerId="ADAL" clId="{77273BEE-8910-4D09-B519-4F245F955147}" dt="2026-06-09T18:58:57.619" v="3" actId="478"/>
          <ac:spMkLst>
            <pc:docMk/>
            <pc:sldMk cId="35347054" sldId="256"/>
            <ac:spMk id="10" creationId="{0E35D403-7DB3-F380-ACB6-25A37E897563}"/>
          </ac:spMkLst>
        </pc:spChg>
        <pc:spChg chg="del">
          <ac:chgData name="Venkata A Naidu Babbadi" userId="329f029f-c46a-437f-baae-cabe203b609b" providerId="ADAL" clId="{77273BEE-8910-4D09-B519-4F245F955147}" dt="2026-06-09T18:58:47.492" v="0" actId="478"/>
          <ac:spMkLst>
            <pc:docMk/>
            <pc:sldMk cId="35347054" sldId="256"/>
            <ac:spMk id="11" creationId="{4C4FED12-804A-33D1-00A2-0B7863A08C1E}"/>
          </ac:spMkLst>
        </pc:spChg>
        <pc:spChg chg="add mod">
          <ac:chgData name="Venkata A Naidu Babbadi" userId="329f029f-c46a-437f-baae-cabe203b609b" providerId="ADAL" clId="{77273BEE-8910-4D09-B519-4F245F955147}" dt="2026-06-09T19:06:16.186" v="135" actId="403"/>
          <ac:spMkLst>
            <pc:docMk/>
            <pc:sldMk cId="35347054" sldId="256"/>
            <ac:spMk id="12" creationId="{81781D5D-08AB-D5ED-9763-101C973CEABB}"/>
          </ac:spMkLst>
        </pc:spChg>
        <pc:spChg chg="del">
          <ac:chgData name="Venkata A Naidu Babbadi" userId="329f029f-c46a-437f-baae-cabe203b609b" providerId="ADAL" clId="{77273BEE-8910-4D09-B519-4F245F955147}" dt="2026-06-09T18:58:51.076" v="1" actId="478"/>
          <ac:spMkLst>
            <pc:docMk/>
            <pc:sldMk cId="35347054" sldId="256"/>
            <ac:spMk id="14" creationId="{A2612E61-DA67-F2C3-14E6-7272CF82F05D}"/>
          </ac:spMkLst>
        </pc:spChg>
        <pc:spChg chg="del mod">
          <ac:chgData name="Venkata A Naidu Babbadi" userId="329f029f-c46a-437f-baae-cabe203b609b" providerId="ADAL" clId="{77273BEE-8910-4D09-B519-4F245F955147}" dt="2026-06-09T18:59:06.957" v="6" actId="478"/>
          <ac:spMkLst>
            <pc:docMk/>
            <pc:sldMk cId="35347054" sldId="256"/>
            <ac:spMk id="15" creationId="{03DF2EAC-0657-F237-D0F6-045C281378F5}"/>
          </ac:spMkLst>
        </pc:spChg>
        <pc:spChg chg="del">
          <ac:chgData name="Venkata A Naidu Babbadi" userId="329f029f-c46a-437f-baae-cabe203b609b" providerId="ADAL" clId="{77273BEE-8910-4D09-B519-4F245F955147}" dt="2026-06-09T18:59:15.191" v="8" actId="478"/>
          <ac:spMkLst>
            <pc:docMk/>
            <pc:sldMk cId="35347054" sldId="256"/>
            <ac:spMk id="22" creationId="{D0D80D6B-8C72-8B7C-C07A-94E1868D5516}"/>
          </ac:spMkLst>
        </pc:spChg>
        <pc:spChg chg="del">
          <ac:chgData name="Venkata A Naidu Babbadi" userId="329f029f-c46a-437f-baae-cabe203b609b" providerId="ADAL" clId="{77273BEE-8910-4D09-B519-4F245F955147}" dt="2026-06-09T18:59:12.242" v="7" actId="478"/>
          <ac:spMkLst>
            <pc:docMk/>
            <pc:sldMk cId="35347054" sldId="256"/>
            <ac:spMk id="23" creationId="{12CCA355-52CE-70CF-B242-01DF8AFDDC08}"/>
          </ac:spMkLst>
        </pc:spChg>
        <pc:picChg chg="del">
          <ac:chgData name="Venkata A Naidu Babbadi" userId="329f029f-c46a-437f-baae-cabe203b609b" providerId="ADAL" clId="{77273BEE-8910-4D09-B519-4F245F955147}" dt="2026-06-09T19:00:11.206" v="17" actId="478"/>
          <ac:picMkLst>
            <pc:docMk/>
            <pc:sldMk cId="35347054" sldId="256"/>
            <ac:picMk id="3" creationId="{1C93A705-20C0-44BC-F8F4-1993E9567B5A}"/>
          </ac:picMkLst>
        </pc:picChg>
        <pc:picChg chg="del">
          <ac:chgData name="Venkata A Naidu Babbadi" userId="329f029f-c46a-437f-baae-cabe203b609b" providerId="ADAL" clId="{77273BEE-8910-4D09-B519-4F245F955147}" dt="2026-06-09T18:59:02.353" v="4" actId="478"/>
          <ac:picMkLst>
            <pc:docMk/>
            <pc:sldMk cId="35347054" sldId="256"/>
            <ac:picMk id="27" creationId="{841B06E8-4173-EFA8-7DD1-DAAEE606BA46}"/>
          </ac:picMkLst>
        </pc:picChg>
        <pc:picChg chg="add mod">
          <ac:chgData name="Venkata A Naidu Babbadi" userId="329f029f-c46a-437f-baae-cabe203b609b" providerId="ADAL" clId="{77273BEE-8910-4D09-B519-4F245F955147}" dt="2026-06-09T19:03:53.209" v="55" actId="1076"/>
          <ac:picMkLst>
            <pc:docMk/>
            <pc:sldMk cId="35347054" sldId="256"/>
            <ac:picMk id="1026" creationId="{273C1558-37FE-0D69-C94B-E6EEBA8ED7B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5387342"/>
            <a:ext cx="18653760" cy="1146048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17289782"/>
            <a:ext cx="16459200" cy="7947658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93E1-DC2B-4BA0-9CCC-D15DEC07E5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6F98-0979-41DB-AB8B-557B956DC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31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93E1-DC2B-4BA0-9CCC-D15DEC07E5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6F98-0979-41DB-AB8B-557B956DC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28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1" y="8206749"/>
            <a:ext cx="18928080" cy="13693138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1" y="22029429"/>
            <a:ext cx="18928080" cy="7200898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93E1-DC2B-4BA0-9CCC-D15DEC07E5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6F98-0979-41DB-AB8B-557B956DC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17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8763000"/>
            <a:ext cx="93268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8763000"/>
            <a:ext cx="93268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93E1-DC2B-4BA0-9CCC-D15DEC07E5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6F98-0979-41DB-AB8B-557B956DC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4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1752607"/>
            <a:ext cx="1892808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21" y="8069582"/>
            <a:ext cx="9284016" cy="395477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21" y="12024360"/>
            <a:ext cx="9284016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1" y="8069582"/>
            <a:ext cx="9329738" cy="395477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1" y="12024360"/>
            <a:ext cx="9329738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93E1-DC2B-4BA0-9CCC-D15DEC07E5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6F98-0979-41DB-AB8B-557B956DC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65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93E1-DC2B-4BA0-9CCC-D15DEC07E5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6F98-0979-41DB-AB8B-557B956DC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62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93E1-DC2B-4BA0-9CCC-D15DEC07E5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6F98-0979-41DB-AB8B-557B956DC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65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4739647"/>
            <a:ext cx="11109960" cy="233934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93E1-DC2B-4BA0-9CCC-D15DEC07E5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6F98-0979-41DB-AB8B-557B956DC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01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4739647"/>
            <a:ext cx="11109960" cy="233934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93E1-DC2B-4BA0-9CCC-D15DEC07E5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6F98-0979-41DB-AB8B-557B956DC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6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93E1-DC2B-4BA0-9CCC-D15DEC07E5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6F98-0979-41DB-AB8B-557B956DC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5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1" y="1752600"/>
            <a:ext cx="473202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1" y="1752600"/>
            <a:ext cx="1392174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93E1-DC2B-4BA0-9CCC-D15DEC07E5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6F98-0979-41DB-AB8B-557B956DC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4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1752607"/>
            <a:ext cx="189280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8763000"/>
            <a:ext cx="189280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30510487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AF93E1-DC2B-4BA0-9CCC-D15DEC07E5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30510487"/>
            <a:ext cx="74066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30510487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F6F98-0979-41DB-AB8B-557B956DC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77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0102B4-DD09-5F7C-E267-1DC0A346412C}"/>
              </a:ext>
            </a:extLst>
          </p:cNvPr>
          <p:cNvSpPr/>
          <p:nvPr/>
        </p:nvSpPr>
        <p:spPr>
          <a:xfrm>
            <a:off x="6982690" y="-1"/>
            <a:ext cx="14962909" cy="353290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dirty="0"/>
          </a:p>
          <a:p>
            <a:pPr algn="ctr">
              <a:lnSpc>
                <a:spcPct val="150000"/>
              </a:lnSpc>
            </a:pPr>
            <a:r>
              <a:rPr lang="en-US" sz="23900" dirty="0"/>
              <a:t>&lt;Title&gt;</a:t>
            </a:r>
          </a:p>
          <a:p>
            <a:pPr algn="ctr"/>
            <a:endParaRPr lang="en-US" sz="6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C95DF7-D2E0-CE8E-14C6-3A7357850865}"/>
              </a:ext>
            </a:extLst>
          </p:cNvPr>
          <p:cNvSpPr/>
          <p:nvPr/>
        </p:nvSpPr>
        <p:spPr>
          <a:xfrm>
            <a:off x="-19051" y="31297418"/>
            <a:ext cx="21964651" cy="162098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&lt;</a:t>
            </a:r>
            <a:r>
              <a:rPr lang="en-US" sz="13800" dirty="0">
                <a:solidFill>
                  <a:schemeClr val="bg1"/>
                </a:solidFill>
              </a:rPr>
              <a:t>Authors&gt;</a:t>
            </a:r>
            <a:endParaRPr lang="en-US" sz="13800" b="1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3C1558-37FE-0D69-C94B-E6EEBA8ED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68491" cy="490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101894-9E04-221E-8BD9-D0A919C54E90}"/>
              </a:ext>
            </a:extLst>
          </p:cNvPr>
          <p:cNvSpPr/>
          <p:nvPr/>
        </p:nvSpPr>
        <p:spPr>
          <a:xfrm>
            <a:off x="730827" y="4966852"/>
            <a:ext cx="6670964" cy="6380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dirty="0"/>
          </a:p>
          <a:p>
            <a:pPr algn="ctr"/>
            <a:r>
              <a:rPr lang="en-US" sz="13800" dirty="0"/>
              <a:t>Abstract</a:t>
            </a:r>
            <a:endParaRPr lang="en-US" sz="4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4C8BF0-4846-3DD9-E35C-9553C0FF316A}"/>
              </a:ext>
            </a:extLst>
          </p:cNvPr>
          <p:cNvSpPr/>
          <p:nvPr/>
        </p:nvSpPr>
        <p:spPr>
          <a:xfrm>
            <a:off x="8562109" y="12178145"/>
            <a:ext cx="12519314" cy="9247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900" dirty="0"/>
              <a:t>Highlights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E91DAF-7E58-8FB1-503A-8A66CA7A866C}"/>
              </a:ext>
            </a:extLst>
          </p:cNvPr>
          <p:cNvSpPr/>
          <p:nvPr/>
        </p:nvSpPr>
        <p:spPr>
          <a:xfrm>
            <a:off x="730827" y="12760033"/>
            <a:ext cx="6670964" cy="167620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/>
              <a:t>Other stuff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15142-5A3D-75A5-E1F4-AEF32795C97A}"/>
              </a:ext>
            </a:extLst>
          </p:cNvPr>
          <p:cNvSpPr/>
          <p:nvPr/>
        </p:nvSpPr>
        <p:spPr>
          <a:xfrm>
            <a:off x="8553451" y="22319673"/>
            <a:ext cx="12527972" cy="7630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900" dirty="0"/>
              <a:t>KPI/Stats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781D5D-08AB-D5ED-9763-101C973CEABB}"/>
              </a:ext>
            </a:extLst>
          </p:cNvPr>
          <p:cNvSpPr/>
          <p:nvPr/>
        </p:nvSpPr>
        <p:spPr>
          <a:xfrm>
            <a:off x="8562109" y="4904508"/>
            <a:ext cx="12652663" cy="6380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dirty="0"/>
              <a:t>Images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7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f6f869-1ed0-46b3-a227-1d3e52347e28}" enabled="1" method="Standard" siteId="{98e9ba89-e1a1-4e38-9007-8bdabc25de1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</TotalTime>
  <Words>14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Gaanavi S</dc:creator>
  <cp:lastModifiedBy>Venkata A Naidu Babbadi</cp:lastModifiedBy>
  <cp:revision>2</cp:revision>
  <dcterms:created xsi:type="dcterms:W3CDTF">2025-07-08T00:42:23Z</dcterms:created>
  <dcterms:modified xsi:type="dcterms:W3CDTF">2026-06-09T19:10:23Z</dcterms:modified>
</cp:coreProperties>
</file>